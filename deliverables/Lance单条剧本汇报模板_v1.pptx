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9777303cc64587" /><Relationship Type="http://schemas.openxmlformats.org/officeDocument/2006/relationships/extended-properties" Target="/docProps/app.xml" Id="R9d5a55a8720c48d2" /><Relationship Type="http://schemas.openxmlformats.org/officeDocument/2006/relationships/officeDocument" Target="/ppt/presentation.xml" Id="R41c1eb36f95a4d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85f1cddb7246f4"/>
  </p:sldMasterIdLst>
  <p:notesMasterIdLst>
    <p:notesMasterId xmlns:r="http://schemas.openxmlformats.org/officeDocument/2006/relationships" r:id="R4a27ff9dce7e4a3a"/>
  </p:notesMasterIdLst>
  <p:sldIdLst>
    <p:sldId xmlns:r="http://schemas.openxmlformats.org/officeDocument/2006/relationships" id="256" r:id="R3789cee50b9c435a"/>
    <p:sldId xmlns:r="http://schemas.openxmlformats.org/officeDocument/2006/relationships" id="257" r:id="Re0831b2d0d484153"/>
    <p:sldId xmlns:r="http://schemas.openxmlformats.org/officeDocument/2006/relationships" id="258" r:id="R2b9d06f8ab2f4d79"/>
    <p:sldId xmlns:r="http://schemas.openxmlformats.org/officeDocument/2006/relationships" id="259" r:id="Rc887cca7960e49fe"/>
    <p:sldId xmlns:r="http://schemas.openxmlformats.org/officeDocument/2006/relationships" id="260" r:id="Rf0fcde8e56e94855"/>
    <p:sldId xmlns:r="http://schemas.openxmlformats.org/officeDocument/2006/relationships" id="261" r:id="R29697db4416346ac"/>
    <p:sldId xmlns:r="http://schemas.openxmlformats.org/officeDocument/2006/relationships" id="262" r:id="Refb1fb0e59654df6"/>
    <p:sldId xmlns:r="http://schemas.openxmlformats.org/officeDocument/2006/relationships" id="263" r:id="R2f81105f61de4a30"/>
    <p:sldId xmlns:r="http://schemas.openxmlformats.org/officeDocument/2006/relationships" id="264" r:id="R0c2a850c21a34b2a"/>
    <p:sldId xmlns:r="http://schemas.openxmlformats.org/officeDocument/2006/relationships" id="265" r:id="R465394c57fc449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8d53f5e7dd4cae" /><Relationship Type="http://schemas.openxmlformats.org/officeDocument/2006/relationships/slideMaster" Target="/ppt/slideMasters/slideMaster1.xml" Id="R3e85f1cddb7246f4" /><Relationship Type="http://schemas.openxmlformats.org/officeDocument/2006/relationships/notesMaster" Target="/ppt/notesMasters/notesMaster1.xml" Id="R4a27ff9dce7e4a3a" /><Relationship Type="http://schemas.openxmlformats.org/officeDocument/2006/relationships/presProps" Target="/ppt/presProps.xml" Id="R618c1c0aeff746f4" /><Relationship Type="http://schemas.openxmlformats.org/officeDocument/2006/relationships/tableStyles" Target="/ppt/tableStyles.xml" Id="Rb1d1590a060c4db2" /><Relationship Type="http://schemas.openxmlformats.org/officeDocument/2006/relationships/slide" Target="/ppt/slides/slide1.xml" Id="R3789cee50b9c435a" /><Relationship Type="http://schemas.openxmlformats.org/officeDocument/2006/relationships/slide" Target="/ppt/slides/slide2.xml" Id="Re0831b2d0d484153" /><Relationship Type="http://schemas.openxmlformats.org/officeDocument/2006/relationships/slide" Target="/ppt/slides/slide3.xml" Id="R2b9d06f8ab2f4d79" /><Relationship Type="http://schemas.openxmlformats.org/officeDocument/2006/relationships/slide" Target="/ppt/slides/slide4.xml" Id="Rc887cca7960e49fe" /><Relationship Type="http://schemas.openxmlformats.org/officeDocument/2006/relationships/slide" Target="/ppt/slides/slide5.xml" Id="Rf0fcde8e56e94855" /><Relationship Type="http://schemas.openxmlformats.org/officeDocument/2006/relationships/slide" Target="/ppt/slides/slide6.xml" Id="R29697db4416346ac" /><Relationship Type="http://schemas.openxmlformats.org/officeDocument/2006/relationships/slide" Target="/ppt/slides/slide7.xml" Id="Refb1fb0e59654df6" /><Relationship Type="http://schemas.openxmlformats.org/officeDocument/2006/relationships/slide" Target="/ppt/slides/slide8.xml" Id="R2f81105f61de4a30" /><Relationship Type="http://schemas.openxmlformats.org/officeDocument/2006/relationships/slide" Target="/ppt/slides/slide9.xml" Id="R0c2a850c21a34b2a" /><Relationship Type="http://schemas.openxmlformats.org/officeDocument/2006/relationships/slide" Target="/ppt/slides/slide10.xml" Id="R465394c57fc449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6729bda1dd46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0aa4f6aa344347" /><Relationship Type="http://schemas.openxmlformats.org/officeDocument/2006/relationships/notesMaster" Target="/ppt/notesMasters/notesMaster1.xml" Id="R400b5d5d68a744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6b082998394952" /><Relationship Type="http://schemas.openxmlformats.org/officeDocument/2006/relationships/notesMaster" Target="/ppt/notesMasters/notesMaster1.xml" Id="R2391c51c33d042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ab8dd7479743ae" /><Relationship Type="http://schemas.openxmlformats.org/officeDocument/2006/relationships/notesMaster" Target="/ppt/notesMasters/notesMaster1.xml" Id="R34b478a78d1741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7692b34df84b84" /><Relationship Type="http://schemas.openxmlformats.org/officeDocument/2006/relationships/notesMaster" Target="/ppt/notesMasters/notesMaster1.xml" Id="R066ee18d9a6d4d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d847e5948e46ca" /><Relationship Type="http://schemas.openxmlformats.org/officeDocument/2006/relationships/notesMaster" Target="/ppt/notesMasters/notesMaster1.xml" Id="R5d322e79a9be47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55b4b781bc49a6" /><Relationship Type="http://schemas.openxmlformats.org/officeDocument/2006/relationships/notesMaster" Target="/ppt/notesMasters/notesMaster1.xml" Id="Rb9daf769e09344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d10a9298164455" /><Relationship Type="http://schemas.openxmlformats.org/officeDocument/2006/relationships/notesMaster" Target="/ppt/notesMasters/notesMaster1.xml" Id="R1346acc1862a48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f43787698b4630" /><Relationship Type="http://schemas.openxmlformats.org/officeDocument/2006/relationships/notesMaster" Target="/ppt/notesMasters/notesMaster1.xml" Id="Rb49b7affaea746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c842c20f534d9a" /><Relationship Type="http://schemas.openxmlformats.org/officeDocument/2006/relationships/notesMaster" Target="/ppt/notesMasters/notesMaster1.xml" Id="R39e5a8b252b846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9dbdd635774735" /><Relationship Type="http://schemas.openxmlformats.org/officeDocument/2006/relationships/notesMaster" Target="/ppt/notesMasters/notesMaster1.xml" Id="Re0839bdf935a41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封面保持极简。替换标题、日期和右侧项目主视觉即可。右侧图片应为项目真实参考或明确标注的概念图。</a:t>
            </a:r>
          </a:p>
          <a:p xmlns:a="http://schemas.openxmlformats.org/drawingml/2006/main">
            <a:r>
              <a:t>视觉形式参考：用户提供《决战双十一 · 初瑞雪2024双十一预热项目策划案》PDF。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一页摘要是方向会的第一张内容页，不能写成所有后页的缩写堆砌。</a:t>
            </a:r>
          </a:p>
          <a:p xmlns:a="http://schemas.openxmlformats.org/drawingml/2006/main">
            <a:r>
              <a:t>视觉形式参考：用户提供《决战双十一 · 初瑞雪2024双十一预热项目策划案》PDF。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故事结构必须能剪辑，不能只描述气氛。每段都要有动作、声音和因果关系。</a:t>
            </a:r>
          </a:p>
          <a:p xmlns:a="http://schemas.openxmlformats.org/drawingml/2006/main">
            <a:r>
              <a:t>视觉形式参考：用户提供《决战双十一 · 初瑞雪2024双十一预热项目策划案》PDF。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长脚本可拆成续页，但必须保持画面和台词对应。所有事实性台词在导出前复核。</a:t>
            </a:r>
          </a:p>
          <a:p xmlns:a="http://schemas.openxmlformats.org/drawingml/2006/main">
            <a:r>
              <a:t>视觉形式参考：用户提供《决战双十一 · 初瑞雪2024双十一预热项目策划案》PDF。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审美参考应从链接的项目文件夹中选择，说明为什么适合本条片，而不是只拼图。</a:t>
            </a:r>
          </a:p>
          <a:p xmlns:a="http://schemas.openxmlformats.org/drawingml/2006/main">
            <a:r>
              <a:t>视觉形式参考：用户提供《决战双十一 · 初瑞雪2024双十一预热项目策划案》PDF。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图片模型只生成无字底图。主标题和辅助文案保持为PPT可编辑文本层。系统默认每条强制三套。</a:t>
            </a:r>
          </a:p>
          <a:p xmlns:a="http://schemas.openxmlformats.org/drawingml/2006/main">
            <a:r>
              <a:t>视觉形式参考：用户提供《决战双十一 · 初瑞雪2024双十一预热项目策划案》PDF。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视觉参考图必须有来源和用途说明。AI图要明确标为概念参考；真实场地图不要冒充最终效果图。</a:t>
            </a:r>
          </a:p>
          <a:p xmlns:a="http://schemas.openxmlformats.org/drawingml/2006/main">
            <a:r>
              <a:t>视觉形式参考：用户提供《决战双十一 · 初瑞雪2024双十一预热项目策划案》PDF。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文字提示词不能替代视频。系统会校验媒体类型、来源和时长，并把视频原生内嵌进PPT。</a:t>
            </a:r>
          </a:p>
          <a:p xmlns:a="http://schemas.openxmlformats.org/drawingml/2006/main">
            <a:r>
              <a:t>视觉形式参考：用户提供《决战双十一 · 初瑞雪2024双十一预热项目策划案》PDF。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本页用于记录老板反馈，不覆盖原稿。确认后保留版本快照，后续深化基于确认版。</a:t>
            </a:r>
          </a:p>
          <a:p xmlns:a="http://schemas.openxmlformats.org/drawingml/2006/main">
            <a:r>
              <a:t>视觉形式参考：用户提供《决战双十一 · 初瑞雪2024双十一预热项目策划案》PDF。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acff3cf2294a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f31258c6a449c5" /><Relationship Type="http://schemas.openxmlformats.org/officeDocument/2006/relationships/slideLayout" Target="/ppt/slideLayouts/slideLayout1.xml" Id="R029d2f4b8fe84f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9d2f4b8fe84f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f61e25c034206" /><Relationship Type="http://schemas.openxmlformats.org/officeDocument/2006/relationships/image" Target="/ppt/media/image.jpeg" Id="Rd0a6850b992948eb" /><Relationship Type="http://schemas.openxmlformats.org/officeDocument/2006/relationships/notesSlide" Target="/ppt/notesSlides/notesSlide1.xml" Id="R3a68bc5e9b6743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adaba6fe34a4f" /><Relationship Type="http://schemas.openxmlformats.org/officeDocument/2006/relationships/notesSlide" Target="/ppt/notesSlides/notesSlide2.xml" Id="R0a46be1a123446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60fbbdaf841e4" /><Relationship Type="http://schemas.openxmlformats.org/officeDocument/2006/relationships/notesSlide" Target="/ppt/notesSlides/notesSlide3.xml" Id="R71ba2d46a54842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5b5344a504a3e" /><Relationship Type="http://schemas.openxmlformats.org/officeDocument/2006/relationships/notesSlide" Target="/ppt/notesSlides/notesSlide4.xml" Id="R0ae998dc54bf42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dc279da23464a" /><Relationship Type="http://schemas.openxmlformats.org/officeDocument/2006/relationships/image" Target="/ppt/media/image2.jpeg" Id="R4936950550c94653" /><Relationship Type="http://schemas.openxmlformats.org/officeDocument/2006/relationships/notesSlide" Target="/ppt/notesSlides/notesSlide5.xml" Id="Rbd50b8d141dd4a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ab94fe68c4fc7" /><Relationship Type="http://schemas.openxmlformats.org/officeDocument/2006/relationships/notesSlide" Target="/ppt/notesSlides/notesSlide6.xml" Id="Rce071b3d299c44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9c7eba16d497c" /><Relationship Type="http://schemas.openxmlformats.org/officeDocument/2006/relationships/notesSlide" Target="/ppt/notesSlides/notesSlide7.xml" Id="Rfbbac8c8fa9b45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9215ff3424fe5" /><Relationship Type="http://schemas.openxmlformats.org/officeDocument/2006/relationships/notesSlide" Target="/ppt/notesSlides/notesSlide8.xml" Id="Racea95d7771b4e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baaec80014350" /><Relationship Type="http://schemas.openxmlformats.org/officeDocument/2006/relationships/notesSlide" Target="/ppt/notesSlides/notesSlide9.xml" Id="Rb12823b7c19140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7e823b545467f" /><Relationship Type="http://schemas.openxmlformats.org/officeDocument/2006/relationships/notesSlide" Target="/ppt/notesSlides/notesSlide10.xml" Id="Rd54822cf7ea44e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6850b992948eb"/>
          <a:srcRect xmlns:a="http://schemas.openxmlformats.org/drawingml/2006/main" l="26789" t="0" r="267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8771F-D9EC-4689-B7C0-EF1D1D12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21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0A174-EFFC-4BB4-BDDC-87C1F045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LANCE CONTENT STUDIO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DF64F-7AD7-4557-81D0-8F71D1F1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A9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E97BE-3296-4CE0-9443-D5012F05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[单条片名]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创意与故事脚本汇报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77C01-117B-48AA-9BE5-92305EB6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rPr>
              <a:t>[一句话钩子]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247E5-7FC7-4456-95CE-C611B10C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所属专场 / 片型 / 时长 / 汇报版本</a:t>
            </a:r>
          </a:p>
        </p:txBody>
      </p:sp>
    </p:spTree>
    <p:extLst>
      <p:ext uri="{BB962C8B-B14F-4D97-AF65-F5344CB8AC3E}">
        <p14:creationId xmlns:p14="http://schemas.microsoft.com/office/powerpoint/2010/main" val="17383942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FE62C6-5421-4CBD-8E56-A3707442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一页摘要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0B603-B94A-4039-852F-A77939CD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69A26-6EDA-477A-AED5-271986C8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先让老板在一分钟内理解这条片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B0EFE-6E37-481A-83DE-CD9FBB82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6F517-76AF-4C5D-B598-8F949734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LANCE CONTENT STUDIO · 可编辑汇报模板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761BD-A9B9-4659-A181-8D5FA873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899A8-5FF3-4F26-A8EA-C6B14F3B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2197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88C04-FB38-41EB-8E3C-83512767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483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创意大纲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2A11F-828B-4D22-8E71-4A2628FE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4838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[人物是谁，在什么情境下，发生什么转折，最后留下什么动作或结果。]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8B394-F359-4B96-BE46-D66B4A61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52600"/>
            <a:ext cx="5524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09FB1-5ECF-46DF-82D5-56641F79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24050"/>
            <a:ext cx="514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创意寓意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60BE6-604E-428E-8CB7-2FB1746E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0505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[观众看完应该感到什么，为什么这句话只属于这个人物与项目。]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3E5FA-B950-4D5D-94CB-98B65D0F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2197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A4A7F-F5C3-4938-BDFF-F4903913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483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创意描述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21645-C678-4C86-B42D-3F1AA84C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4838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[画面、动作、声音、节奏的完整短段落。]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E39B63-1220-4EEE-A048-80F5F332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38550"/>
            <a:ext cx="5524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FEFD70-A6F8-4A52-BBB9-DDAEC263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0000"/>
            <a:ext cx="514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8B29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8B2929"/>
                </a:solidFill>
                <a:latin typeface="Arial Unicode MS"/>
                <a:ea typeface="Arial Unicode MS"/>
                <a:cs typeface="Arial Unicode MS"/>
              </a:rPr>
              <a:t>交付判断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EE2C96-B10A-4BDC-BAD8-65A0C009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910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片型：[...]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建议时长：[...]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核心场景：[...]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本轮需要拍板：[...]</a:t>
            </a:r>
          </a:p>
        </p:txBody>
      </p:sp>
    </p:spTree>
    <p:extLst>
      <p:ext uri="{BB962C8B-B14F-4D97-AF65-F5344CB8AC3E}">
        <p14:creationId xmlns:p14="http://schemas.microsoft.com/office/powerpoint/2010/main" val="11161080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705009-F494-43EC-A6CF-E70DE416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故事结构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DD551-5ADA-42FD-951A-7F7F651D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EC6D7-2E4E-40BD-B691-CDA8DB6E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完整故事脚本与情绪变化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23A17-D570-453A-A983-A5A57246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9A8A2-B14D-4C3C-A25C-E74D68B2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LANCE CONTENT STUDIO · 可编辑汇报模板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8C2C6-F8A6-4876-89EC-F85F12D0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F0461-8D8B-43F6-8802-8FAD80FD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68861-CA45-49D6-A911-E088E7E8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A9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F1B00-90B1-43D5-B915-9ABDB502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开场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79464-DABE-4B19-AE9E-92982FCD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[具体画面与动作]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50269-E72D-4B5D-996C-773A2BBE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rPr>
              <a:t>[台词 / 环境声]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8FFD99-3A4B-4257-84FE-E8086781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526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E27D2-9367-4F7A-9999-094CE0C1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479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A9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F885F-B099-450B-8AB7-3BB33687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76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发展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F10B7-775E-40C1-B972-ED9C339E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099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[人物遇到的变化]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4232B2-DC0E-4B7B-AA5C-0AAF6120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338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rPr>
              <a:t>[台词 / 节奏]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BE5713-207A-48B9-9DAA-2FC204E2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E4DA53-0904-4D4B-89A2-7BDBE492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A9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C502CA-06B3-4ED2-B8BA-ABB1A3E2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转折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C1ACFE-C250-4D5C-B7FB-BDC91592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99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[故事真正发生变化的瞬间]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F669F6-DAB7-4BC4-945B-63D9A034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338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rPr>
              <a:t>[台词 / 声音]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A84B66-3BD9-4026-A704-F032083F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526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6776C4-9F3E-4550-B8DE-A8267529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479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A9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C8564E-92AA-4E11-9B65-A4E0EEA4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76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结尾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7FCE57-3978-40F4-AAD9-2FB6C797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099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[观众记住的最后动作与落版]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8F4A12-B4B5-400E-A62F-FE9D864F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338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rPr>
              <a:t>[行动信息]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DE71B8-EA9E-42F1-9776-BA75BE73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一句话故事弧：[起点] - [选择] - [变化] - [结果]</a:t>
            </a:r>
          </a:p>
        </p:txBody>
      </p:sp>
    </p:spTree>
    <p:extLst>
      <p:ext uri="{BB962C8B-B14F-4D97-AF65-F5344CB8AC3E}">
        <p14:creationId xmlns:p14="http://schemas.microsoft.com/office/powerpoint/2010/main" val="15644318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AE63AF-8C91-4754-83DF-04B8005C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完整脚本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29560-DA30-4B5F-943F-E1A4093D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6431F-23A3-47FB-BFE9-FE8E257E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台词与画面放在同一页阅读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2DFC9-BA4B-4973-AA2B-1588A5B6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49006-859F-45DD-B310-2D7476D0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LANCE CONTENT STUDIO · 可编辑汇报模板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1999F-494A-49B0-B9D6-679665A1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0EC1A-7214-47C1-BE6A-1BE74DF7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画面 / 动作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E933E-BD8F-4A29-9C01-6D7D40BF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台词 / 旁白 / 声音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19636-5EE8-4A24-8227-6DB50AC5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A9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CE3EC-84F4-4B9C-9556-3739DB14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00:00-00:__  [景别、人物、动作、环境]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9A90D-5DF7-4FA3-935A-32F47827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491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[角色]：[...]  /  环境声：[...]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15509-E5EE-4284-98C6-511419AE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75676-BB50-421C-A0A2-6BFE9492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00:__-00:__  [事件推进]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E4508D-3A5C-4CF8-982D-6FB4C28C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91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[台词 / 旁白 / 音乐变化]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99DFE5-FF26-4E31-85B4-980DC653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7BCCE1-A376-492D-890B-7D348E39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00:__-00:__  [转折]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59DE56-612E-4655-9BEB-CA6524D0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9550"/>
            <a:ext cx="491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[台词 / 声音触发]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8EB509-09AC-4E51-B9B7-D8E61ACD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C30D08-947B-4426-862C-BC062967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00:__-00:__  [收口与落版]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3710FB-AC40-4BE5-8F47-3146D138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95850"/>
            <a:ext cx="491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[最终一句 / 日期 / 账号 / 行动]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1C2C59-7E29-4161-9FBB-0B507738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75C3B2-B52A-4A29-9EB9-1E25E638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8B29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8B2929"/>
                </a:solidFill>
                <a:latin typeface="Arial Unicode MS"/>
                <a:ea typeface="Arial Unicode MS"/>
                <a:cs typeface="Arial Unicode MS"/>
              </a:rPr>
              <a:t>事实核对：产品性能 / 人物经历 / 商业机制 / 日期与账号</a:t>
            </a:r>
          </a:p>
        </p:txBody>
      </p:sp>
    </p:spTree>
    <p:extLst>
      <p:ext uri="{BB962C8B-B14F-4D97-AF65-F5344CB8AC3E}">
        <p14:creationId xmlns:p14="http://schemas.microsoft.com/office/powerpoint/2010/main" val="3198313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B3D34C-3C7C-42AA-800E-864DB0F6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影像与摄影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036A2-D897-4EA4-8C93-9C236663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927E2-AC9A-440A-BB61-1D09E4EA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美术氛围和镜头方法必须能指导拍摄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62F80-1E83-4E3E-8B9D-7DFE377B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8BBB1-97EF-42E0-897B-6D015C1C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LANCE CONTENT STUDIO · 可编辑汇报模板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48955-3354-4FBC-B391-AE15C592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6950550c94653"/>
          <a:srcRect xmlns:a="http://schemas.openxmlformats.org/drawingml/2006/main" l="0" t="100" r="0" b="1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33550"/>
            <a:ext cx="4953000" cy="28003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D37F0-18AC-4724-81A9-F80C8BDF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733550"/>
            <a:ext cx="5715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B7FBB-EC29-40BF-8479-155CFCAA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05000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影像氛围参考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828D6-8F39-465D-9939-7565CBBC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860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[色彩、材质、空间感、情绪强度、时间质感]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17E31-6160-4541-B289-8E93E678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86100"/>
            <a:ext cx="5715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B1EEC-3670-4010-8046-EB3C46B3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57550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摄影调性参考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0CC6B3-E2BB-4155-A8EF-AE580DEA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385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[景别、焦段、机位、运镜、光线、画幅与安全框]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7B3135-63C2-40A9-B8D9-0FDACFBB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57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1EDCE-439E-4940-896E-37F4BEA3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9200"/>
            <a:ext cx="4876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美术与服装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120D06-9865-41F0-9702-A85420FD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487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[场景、道具、服装、妆发及与人物的关系]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D53E15-E6B9-4BD7-B909-6D56C2BC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57750"/>
            <a:ext cx="548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B861A-1FD9-4451-A289-DA325D7F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29200"/>
            <a:ext cx="510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8B29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8B2929"/>
                </a:solidFill>
                <a:latin typeface="Arial Unicode MS"/>
                <a:ea typeface="Arial Unicode MS"/>
                <a:cs typeface="Arial Unicode MS"/>
              </a:rPr>
              <a:t>避免事项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05216-AD23-4B32-AAFC-449C115D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1020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[禁用套路、不可拍内容、落地风险]</a:t>
            </a:r>
          </a:p>
        </p:txBody>
      </p:sp>
    </p:spTree>
    <p:extLst>
      <p:ext uri="{BB962C8B-B14F-4D97-AF65-F5344CB8AC3E}">
        <p14:creationId xmlns:p14="http://schemas.microsoft.com/office/powerpoint/2010/main" val="14712067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CB675D-908E-4048-9E98-4F3571F1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视频封面推荐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FBBB9-330C-4FE7-9210-5B75E8E4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4F6CF-D499-48F2-8CEE-1E1A5C7B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A/B/C三套都要有实际图片与可编辑文案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D7305A-BABA-49D3-9221-7ABFFD12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0CCF3-7B7A-4539-8EEB-BF526EB4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LANCE CONTENT STUDIO · 可编辑汇报模板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8803F-FB00-47B3-B61C-3047F6A3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2CF1B-BA52-40DC-AA34-0DF77F1F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8956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C4A96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F6E38-F426-4608-AB8D-9AE5AAE1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251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[替换为3:4或9:16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无字封面底图]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945F9-018E-409C-A8EA-A3B1EB09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A · 情绪钩子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64BEFC-44CC-48C9-9E17-2FE1A351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主标题：[....]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辅助文案：[....]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AF5DB-0562-4ECD-938A-20FEE711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52600"/>
            <a:ext cx="28956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C4A96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59FE8-318D-4154-9E4D-0C26C4C5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33700"/>
            <a:ext cx="251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[替换为3:4或9:16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无字封面底图]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633EE-2264-4394-A6E3-A498FB77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387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B · 人物识别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7A059-3A17-459C-A38F-ADC86CEC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8160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主标题：[....]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辅助文案：[....]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0EEDF1-E51A-4E38-8C91-2A284F94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28956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C4A96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C47EF-E351-4097-8B53-F6EF6108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33700"/>
            <a:ext cx="251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[替换为3:4或9:16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无字封面底图]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BE75C5-99AC-4735-BEB6-796033AC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387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C · 信息转化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68800-53B1-4DC9-80ED-D322BD31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8160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主标题：[....]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辅助文案：[....]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5A23B4-4FF1-45CA-B3C0-F595D65C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rPr>
              <a:t>首选：[A/B/C]   推荐理由：[根据点击逻辑、人物识别和项目信息说明，不写‘更高级’之类空话。]</a:t>
            </a:r>
          </a:p>
        </p:txBody>
      </p:sp>
    </p:spTree>
    <p:extLst>
      <p:ext uri="{BB962C8B-B14F-4D97-AF65-F5344CB8AC3E}">
        <p14:creationId xmlns:p14="http://schemas.microsoft.com/office/powerpoint/2010/main" val="6798304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35091F-6D17-4662-A019-373F59FC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视觉参考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32444-33F9-4EE8-A693-A89F00B2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F4C6B-E25E-40B9-9109-14004767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每条3至5张，解释每张具体支撑什么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BF2AC-218D-4F28-90E4-E23ACE79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E9549-2879-49BD-96ED-18D733E7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LANCE CONTENT STUDIO · 可编辑汇报模板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E6CC8-ABD2-4AD5-AB22-5F020FCB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31730-C75B-4A60-B21A-722040E0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3528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C4A96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6E4C1-D63E-41F1-B89F-67BEFA51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[视觉参考 1]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A73045-2BBF-4681-B04D-A681B2AD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空间与构图依据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740CE-FFB0-4134-86FD-C87F5F43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35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来源：[...]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本片借用：[...]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不照搬：[...]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5B9AB-D4B5-4660-947A-2C67EE8B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52600"/>
            <a:ext cx="33528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C4A96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1B04C-3100-4E13-9A52-51F6FB64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860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[视觉参考 2]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9B8F2-C7BE-491F-B86E-778C0EED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6245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人物、服装与动作依据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B4835B-702D-4F5D-A033-6CADE1F1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62500"/>
            <a:ext cx="335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来源：[...]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本片借用：[...]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不照搬：[...]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4A7D4C-EB57-4F59-84B4-3D17A42A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52600"/>
            <a:ext cx="33528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C4A96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4CEEE0-BA1B-4CB5-9A97-84B5CDA1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860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[视觉参考 3]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516BBB-8D6A-4730-ADB4-311FFAAA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6245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灯光、色彩与材质依据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65FBC9-29D9-4D07-8B50-82A08AD5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62500"/>
            <a:ext cx="335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来源：[...]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本片借用：[...]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不照搬：[...]</a:t>
            </a:r>
          </a:p>
        </p:txBody>
      </p:sp>
    </p:spTree>
    <p:extLst>
      <p:ext uri="{BB962C8B-B14F-4D97-AF65-F5344CB8AC3E}">
        <p14:creationId xmlns:p14="http://schemas.microsoft.com/office/powerpoint/2010/main" val="8657081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89E0C2-543D-455D-9405-98A1CF9C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AI视频参考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02194-7918-4633-9227-31856A53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B9DA2-633E-4D22-8C8A-C78AC3FC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开场、中间、结尾各8秒，三段独立可播放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5A903-8637-4B1D-B824-A5123DA4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0E406-68DA-4F70-8D13-36108FA5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LANCE CONTENT STUDIO · 可编辑汇报模板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777D3-CAA4-4890-825E-36210B54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42774-5A8F-4A07-9FCC-1D016F50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4290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C4A96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106C1-95B6-4875-8AE2-DAE7F8B0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[内嵌8秒AI视频]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点击播放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6A298-814B-4701-B759-939AE92E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开场 8秒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58FCB2-69D3-4BF1-875A-1C5778D8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320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[第一秒如何抓住注意力]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镜头 / 动作 / 声音 / 节奏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AB49BB-9949-4DDC-B005-D26611FE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52600"/>
            <a:ext cx="34290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C4A96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AF7AE-5D81-45E1-93E0-29EE6F34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[内嵌8秒AI视频]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点击播放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AF5900-006A-4F5B-844A-7A5590B9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33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中间 8秒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E02AEE-752D-4F0E-8A04-5D7A7EBE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91050"/>
            <a:ext cx="320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[转折如何发生]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人物关系 / 运镜 / 声音变化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D48C5-B6AC-490F-894B-348BA62B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34290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C4A96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2E25D2-CAEB-4300-8B9E-F28DA662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5270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[内嵌8秒AI视频]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点击播放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A6984-EA40-4DAC-97DE-665E0407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33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结尾 8秒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8339BA-5DB6-42D6-BE6F-9D830F11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91050"/>
            <a:ext cx="320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[如何收口并进入行动]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最后画面 / 台词 / 落版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4EAB27-26DA-4CE9-A203-3E1B04C7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8B29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8B2929"/>
                </a:solidFill>
                <a:latin typeface="Arial Unicode MS"/>
                <a:ea typeface="Arial Unicode MS"/>
                <a:cs typeface="Arial Unicode MS"/>
              </a:rPr>
              <a:t>验收：实际时长 8.00秒左右，来源为AI生成，内容与本条脚本、人物和场景一致。</a:t>
            </a:r>
          </a:p>
        </p:txBody>
      </p:sp>
    </p:spTree>
    <p:extLst>
      <p:ext uri="{BB962C8B-B14F-4D97-AF65-F5344CB8AC3E}">
        <p14:creationId xmlns:p14="http://schemas.microsoft.com/office/powerpoint/2010/main" val="7247245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F5B41-8D53-4976-B28E-4FE7F312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首选方向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03815-7163-4464-A774-85CE9A5B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8D125-E678-4229-BB09-CD5BE282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把反馈收口成可执行的确认版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2AF4A-47D0-4701-B189-DBC411F4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5B013-9873-47FA-A67F-CD84C71B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LANCE CONTENT STUDIO · 可编辑汇报模板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1D608-4863-4FB3-AD64-4BF4B359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869AE-C0B6-4637-8FD8-9713F349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2578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EC23F-6839-463E-BCA3-802D9915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4876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本轮建议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F414B-F004-4CC3-AEEC-E56E377D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4876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首选封面：[...]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保留的创意：[...]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删去的表达：[...]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台词调整：[...]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C53ED-6947-4006-9438-061302E0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54864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70CD9-7616-4147-9F75-A6A67F60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510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8B29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8B2929"/>
                </a:solidFill>
                <a:latin typeface="Arial Unicode MS"/>
                <a:ea typeface="Arial Unicode MS"/>
                <a:cs typeface="Arial Unicode MS"/>
              </a:rPr>
              <a:t>需要确认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D55DA-0F37-402A-B6BF-7AF0113D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5105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人物事实：[...]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商业机制：[...]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场地与资源：[...]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时间节点：[...]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6FF46-5216-4101-8A3F-71E1EDBF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确认结论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1FB78-9849-4A5F-8A77-E5DAE79E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[本条片按什么方向进入深化，以及谁在什么时间前确认哪些资料。]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6B265F-B902-45F7-8ADD-E964B4A8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确认后系统冻结快速汇报快照，再进入25镜逐张打磨。</a:t>
            </a:r>
          </a:p>
        </p:txBody>
      </p:sp>
    </p:spTree>
    <p:extLst>
      <p:ext uri="{BB962C8B-B14F-4D97-AF65-F5344CB8AC3E}">
        <p14:creationId xmlns:p14="http://schemas.microsoft.com/office/powerpoint/2010/main" val="4185310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FD942-AFEE-4582-B361-7C5C54F4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CHAPTER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B1573-FF2F-45D4-B052-A19277DC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838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进入深入优化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E8ED7-28FE-45DF-89BF-81C90F7B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A96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5DB01-5D92-4BEB-B978-B50391C9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补齐执行方案，拆解25镜，逐镜生成与修改，再合成完整AI成片参考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FDD16-AB92-4E12-BC16-6481A7EE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4B41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4B4136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271920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2026-09-15T20:00:00.1300000Z</dcterms:created>
  <dcterms:modified xsi:type="dcterms:W3CDTF">2026-09-15T20:00:00.1300000Z</dcterms:modified>
</coreProperties>
</file>