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6bbc8f87d546b9" /><Relationship Type="http://schemas.openxmlformats.org/officeDocument/2006/relationships/extended-properties" Target="/docProps/app.xml" Id="R20831a9d53a241a6" /><Relationship Type="http://schemas.openxmlformats.org/officeDocument/2006/relationships/officeDocument" Target="/ppt/presentation.xml" Id="R7e48f393b573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f511724b7a4ba5"/>
  </p:sldMasterIdLst>
  <p:notesMasterIdLst>
    <p:notesMasterId xmlns:r="http://schemas.openxmlformats.org/officeDocument/2006/relationships" r:id="R28f1abffffb34f7a"/>
  </p:notesMasterIdLst>
  <p:sldIdLst>
    <p:sldId xmlns:r="http://schemas.openxmlformats.org/officeDocument/2006/relationships" id="256" r:id="R70a6ecd224664f0a"/>
    <p:sldId xmlns:r="http://schemas.openxmlformats.org/officeDocument/2006/relationships" id="257" r:id="Rfa27629d56c046b8"/>
    <p:sldId xmlns:r="http://schemas.openxmlformats.org/officeDocument/2006/relationships" id="258" r:id="Rfd739d1917334952"/>
    <p:sldId xmlns:r="http://schemas.openxmlformats.org/officeDocument/2006/relationships" id="259" r:id="R8fabdb590cc5477c"/>
    <p:sldId xmlns:r="http://schemas.openxmlformats.org/officeDocument/2006/relationships" id="260" r:id="Re2055a6ac2624bfd"/>
    <p:sldId xmlns:r="http://schemas.openxmlformats.org/officeDocument/2006/relationships" id="261" r:id="R3ff8db08df8e417c"/>
    <p:sldId xmlns:r="http://schemas.openxmlformats.org/officeDocument/2006/relationships" id="262" r:id="Rfe2340e7b0074f4f"/>
    <p:sldId xmlns:r="http://schemas.openxmlformats.org/officeDocument/2006/relationships" id="263" r:id="Re94fd65ecb8546b8"/>
    <p:sldId xmlns:r="http://schemas.openxmlformats.org/officeDocument/2006/relationships" id="264" r:id="Rf85ef53a1b714ce5"/>
    <p:sldId xmlns:r="http://schemas.openxmlformats.org/officeDocument/2006/relationships" id="265" r:id="Ra61e00a6a07b4981"/>
    <p:sldId xmlns:r="http://schemas.openxmlformats.org/officeDocument/2006/relationships" id="266" r:id="Reb19ca4d643b423d"/>
    <p:sldId xmlns:r="http://schemas.openxmlformats.org/officeDocument/2006/relationships" id="267" r:id="R096e62db49af446a"/>
    <p:sldId xmlns:r="http://schemas.openxmlformats.org/officeDocument/2006/relationships" id="268" r:id="R6bab9fca58724400"/>
    <p:sldId xmlns:r="http://schemas.openxmlformats.org/officeDocument/2006/relationships" id="269" r:id="R13c9062ae66441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813aecd224b3f" /><Relationship Type="http://schemas.openxmlformats.org/officeDocument/2006/relationships/slideMaster" Target="/ppt/slideMasters/slideMaster1.xml" Id="R9ff511724b7a4ba5" /><Relationship Type="http://schemas.openxmlformats.org/officeDocument/2006/relationships/notesMaster" Target="/ppt/notesMasters/notesMaster1.xml" Id="R28f1abffffb34f7a" /><Relationship Type="http://schemas.openxmlformats.org/officeDocument/2006/relationships/presProps" Target="/ppt/presProps.xml" Id="R897adc58b56e4900" /><Relationship Type="http://schemas.openxmlformats.org/officeDocument/2006/relationships/tableStyles" Target="/ppt/tableStyles.xml" Id="Rf05a162cf4064cfd" /><Relationship Type="http://schemas.openxmlformats.org/officeDocument/2006/relationships/slide" Target="/ppt/slides/slide1.xml" Id="R70a6ecd224664f0a" /><Relationship Type="http://schemas.openxmlformats.org/officeDocument/2006/relationships/slide" Target="/ppt/slides/slide2.xml" Id="Rfa27629d56c046b8" /><Relationship Type="http://schemas.openxmlformats.org/officeDocument/2006/relationships/slide" Target="/ppt/slides/slide3.xml" Id="Rfd739d1917334952" /><Relationship Type="http://schemas.openxmlformats.org/officeDocument/2006/relationships/slide" Target="/ppt/slides/slide4.xml" Id="R8fabdb590cc5477c" /><Relationship Type="http://schemas.openxmlformats.org/officeDocument/2006/relationships/slide" Target="/ppt/slides/slide5.xml" Id="Re2055a6ac2624bfd" /><Relationship Type="http://schemas.openxmlformats.org/officeDocument/2006/relationships/slide" Target="/ppt/slides/slide6.xml" Id="R3ff8db08df8e417c" /><Relationship Type="http://schemas.openxmlformats.org/officeDocument/2006/relationships/slide" Target="/ppt/slides/slide7.xml" Id="Rfe2340e7b0074f4f" /><Relationship Type="http://schemas.openxmlformats.org/officeDocument/2006/relationships/slide" Target="/ppt/slides/slide8.xml" Id="Re94fd65ecb8546b8" /><Relationship Type="http://schemas.openxmlformats.org/officeDocument/2006/relationships/slide" Target="/ppt/slides/slide9.xml" Id="Rf85ef53a1b714ce5" /><Relationship Type="http://schemas.openxmlformats.org/officeDocument/2006/relationships/slide" Target="/ppt/slides/slide10.xml" Id="Ra61e00a6a07b4981" /><Relationship Type="http://schemas.openxmlformats.org/officeDocument/2006/relationships/slide" Target="/ppt/slides/slide11.xml" Id="Reb19ca4d643b423d" /><Relationship Type="http://schemas.openxmlformats.org/officeDocument/2006/relationships/slide" Target="/ppt/slides/slide12.xml" Id="R096e62db49af446a" /><Relationship Type="http://schemas.openxmlformats.org/officeDocument/2006/relationships/slide" Target="/ppt/slides/slide13.xml" Id="R6bab9fca58724400" /><Relationship Type="http://schemas.openxmlformats.org/officeDocument/2006/relationships/slide" Target="/ppt/slides/slide14.xml" Id="R13c9062ae66441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7dbd751cfc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f700e306a04d4e" /><Relationship Type="http://schemas.openxmlformats.org/officeDocument/2006/relationships/notesMaster" Target="/ppt/notesMasters/notesMaster1.xml" Id="Rb84761c61b294b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705f71109444cb" /><Relationship Type="http://schemas.openxmlformats.org/officeDocument/2006/relationships/notesMaster" Target="/ppt/notesMasters/notesMaster1.xml" Id="R4c7a6d297b2742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e0c8f6555247df" /><Relationship Type="http://schemas.openxmlformats.org/officeDocument/2006/relationships/notesMaster" Target="/ppt/notesMasters/notesMaster1.xml" Id="R4fbf2b7c4d1e4f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074dcca02e49d4" /><Relationship Type="http://schemas.openxmlformats.org/officeDocument/2006/relationships/notesMaster" Target="/ppt/notesMasters/notesMaster1.xml" Id="Rdfb65d3cd78a4e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144ed557b44f06" /><Relationship Type="http://schemas.openxmlformats.org/officeDocument/2006/relationships/notesMaster" Target="/ppt/notesMasters/notesMaster1.xml" Id="R9042ee13cd4347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b56ab1f8e7480c" /><Relationship Type="http://schemas.openxmlformats.org/officeDocument/2006/relationships/notesMaster" Target="/ppt/notesMasters/notesMaster1.xml" Id="R4b5e8fa2bcd245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00f891def444c0" /><Relationship Type="http://schemas.openxmlformats.org/officeDocument/2006/relationships/notesMaster" Target="/ppt/notesMasters/notesMaster1.xml" Id="R93ac57fdf38346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a54da00cf14f3f" /><Relationship Type="http://schemas.openxmlformats.org/officeDocument/2006/relationships/notesMaster" Target="/ppt/notesMasters/notesMaster1.xml" Id="R98330b59db9e4f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2029e17a394a40" /><Relationship Type="http://schemas.openxmlformats.org/officeDocument/2006/relationships/notesMaster" Target="/ppt/notesMasters/notesMaster1.xml" Id="R348b9751c3f84d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b9563e275a41b3" /><Relationship Type="http://schemas.openxmlformats.org/officeDocument/2006/relationships/notesMaster" Target="/ppt/notesMasters/notesMaster1.xml" Id="Rf76789b3407147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52354b35d34479" /><Relationship Type="http://schemas.openxmlformats.org/officeDocument/2006/relationships/notesMaster" Target="/ppt/notesMasters/notesMaster1.xml" Id="R32055ef34a864b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062eb081184bcd" /><Relationship Type="http://schemas.openxmlformats.org/officeDocument/2006/relationships/notesMaster" Target="/ppt/notesMasters/notesMaster1.xml" Id="R9ff579b85c5443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0c5a8386d64462" /><Relationship Type="http://schemas.openxmlformats.org/officeDocument/2006/relationships/notesMaster" Target="/ppt/notesMasters/notesMaster1.xml" Id="Rc84a50700e794d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017fc8941c4488" /><Relationship Type="http://schemas.openxmlformats.org/officeDocument/2006/relationships/notesMaster" Target="/ppt/notesMasters/notesMaster1.xml" Id="Rc849aa2301734d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封面保持极简。替换标题、日期和右侧项目主视觉即可。右侧图片应为项目真实参考或明确标注的概念图。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目录页只保留老板需要理解和决定的内容，不放执行过程说明。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事实必须来自需求或资料；未知内容保留待确认，不让AI补成事实。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核心概念页沿用参考PDF的‘大标题 + 一张关键图 + 叙事解释’，但减少装饰性英文。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阶段数量可以调整。重点是六条片彼此递进，避免六个孤立点子。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视觉页先表达统一气质。实际参考图由项目审美文件夹提供，并在后续页展开。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效果图不等于施工图。尺寸图与现场照片需要保留来源，未确认限制必须显著标出。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建议先锁定每条片的任务，再分别进入单条脚本模板。专场汇报不在此页塞满台词。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整体汇报只显示每条内容最关键的差异。完整脚本、参考图、封面和视频进入单条汇报。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整体汇报只显示每条内容最关键的差异。完整脚本、参考图、封面和视频进入单条汇报。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封面推荐已经成为系统快速汇报的强制项。缺少实际图片时不得标记为完成。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排期与预算必须明确依据。没有报价时写预算区间和估算假设，不写伪精确数字。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这页适合边汇报边记录结论，避免会后仍不知道下一步由谁推进。</a:t>
            </a:r>
          </a:p>
          <a:p xmlns:a="http://schemas.openxmlformats.org/drawingml/2006/main">
            <a:r>
              <a:t>视觉形式参考：用户提供《决战双十一 · 初瑞雪2024双十一预热项目策划案》PDF。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0e38427b246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3fcb6f5e494bcf" /><Relationship Type="http://schemas.openxmlformats.org/officeDocument/2006/relationships/slideLayout" Target="/ppt/slideLayouts/slideLayout1.xml" Id="Rbe885e5958a445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885e5958a445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47dcc4f4f4110" /><Relationship Type="http://schemas.openxmlformats.org/officeDocument/2006/relationships/image" Target="/ppt/media/image.jpeg" Id="R34c96a9f41524c92" /><Relationship Type="http://schemas.openxmlformats.org/officeDocument/2006/relationships/notesSlide" Target="/ppt/notesSlides/notesSlide1.xml" Id="R3b84ccca1ff54d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6c399396347d8" /><Relationship Type="http://schemas.openxmlformats.org/officeDocument/2006/relationships/notesSlide" Target="/ppt/notesSlides/notesSlide2.xml" Id="R9ecb577696ba4d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d052a5a2f4a15" /><Relationship Type="http://schemas.openxmlformats.org/officeDocument/2006/relationships/notesSlide" Target="/ppt/notesSlides/notesSlide3.xml" Id="R41ce1a3c273846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898479e7343da" /><Relationship Type="http://schemas.openxmlformats.org/officeDocument/2006/relationships/image" Target="/ppt/media/image2.jpeg" Id="R8e612a98bdec413c" /><Relationship Type="http://schemas.openxmlformats.org/officeDocument/2006/relationships/notesSlide" Target="/ppt/notesSlides/notesSlide4.xml" Id="R0f4892815dc940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8eb3285634a98" /><Relationship Type="http://schemas.openxmlformats.org/officeDocument/2006/relationships/notesSlide" Target="/ppt/notesSlides/notesSlide5.xml" Id="R0be9743465e846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260206e1242e9" /><Relationship Type="http://schemas.openxmlformats.org/officeDocument/2006/relationships/image" Target="/ppt/media/image3.jpeg" Id="Rfa88458137d8440a" /><Relationship Type="http://schemas.openxmlformats.org/officeDocument/2006/relationships/notesSlide" Target="/ppt/notesSlides/notesSlide6.xml" Id="R2ef8476a4f804d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d62220bf54c5d" /><Relationship Type="http://schemas.openxmlformats.org/officeDocument/2006/relationships/image" Target="/ppt/media/image4.jpeg" Id="Re9acb8ca4c1248b9" /><Relationship Type="http://schemas.openxmlformats.org/officeDocument/2006/relationships/notesSlide" Target="/ppt/notesSlides/notesSlide7.xml" Id="R90c1b705e45046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c8f32da354a6d" /><Relationship Type="http://schemas.openxmlformats.org/officeDocument/2006/relationships/notesSlide" Target="/ppt/notesSlides/notesSlide8.xml" Id="R1710c58f51114d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ef87de41a4ac1" /><Relationship Type="http://schemas.openxmlformats.org/officeDocument/2006/relationships/notesSlide" Target="/ppt/notesSlides/notesSlide9.xml" Id="R86f3cc54c24a4c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617b235064e31" /><Relationship Type="http://schemas.openxmlformats.org/officeDocument/2006/relationships/notesSlide" Target="/ppt/notesSlides/notesSlide10.xml" Id="Red9de37ed27c4c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7d7cfa8434928" /><Relationship Type="http://schemas.openxmlformats.org/officeDocument/2006/relationships/notesSlide" Target="/ppt/notesSlides/notesSlide11.xml" Id="R9590967f7b7147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838407bfe4949" /><Relationship Type="http://schemas.openxmlformats.org/officeDocument/2006/relationships/notesSlide" Target="/ppt/notesSlides/notesSlide12.xml" Id="Re213254dfc3349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5cdc3004f4c4c" /><Relationship Type="http://schemas.openxmlformats.org/officeDocument/2006/relationships/notesSlide" Target="/ppt/notesSlides/notesSlide13.xml" Id="Rc19e023f0c6a4c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be6248ada4734" /><Relationship Type="http://schemas.openxmlformats.org/officeDocument/2006/relationships/notesSlide" Target="/ppt/notesSlides/notesSlide14.xml" Id="Rc792df5190e446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96a9f41524c92"/>
          <a:srcRect xmlns:a="http://schemas.openxmlformats.org/drawingml/2006/main" l="26789" t="0" r="267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9810A-86EB-45B5-A90D-EEC4B716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21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CCE58-8C6C-49D7-967B-A215B52D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LANCE CONTENT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E922B-91E1-4AB1-9C82-DAF61DCD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E884E-B195-45F1-891D-3D107FD1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[专场名称]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整体内容策划案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10CB7-6DD1-4C87-978F-17282878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[一句核心概念]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8EE15-0019-42BD-A5B7-BC5CADEC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主播 / 账号 / 直播日期 / 汇报版本</a:t>
            </a:r>
          </a:p>
        </p:txBody>
      </p:sp>
    </p:spTree>
    <p:extLst>
      <p:ext uri="{BB962C8B-B14F-4D97-AF65-F5344CB8AC3E}">
        <p14:creationId xmlns:p14="http://schemas.microsoft.com/office/powerpoint/2010/main" val="1134337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F0AF65-7A6F-4738-B45B-AB1B9C97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汇报导航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76F80-5C44-4FD2-88D2-66AB4A3B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9CAF3-3DBA-4D4A-9E40-EC689E4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这次汇报先解决五个问题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90579-48C6-4FEB-81DF-E8CDE6FB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1BFD5-BDF5-4C96-83D0-C69D6449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D0441-D942-4B91-8D52-165A3C61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EFD00-888B-418E-A83F-D72C8669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A2CE5-2A21-4F7D-BB07-7D0C8049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为什么做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5A983-91C3-4AE4-ADEB-B2D9F9F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背景、目标、受众与业务边界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7BD9A-62D9-4CB8-AE35-611F8129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F8268-3F21-4DAE-8581-EAB3BD9A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CA93C-E392-456E-8994-31A82994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说什么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79BEF-A53A-4F3F-893F-17A9FF5C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核心概念、创意寓意与叙事主线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D7175-A13F-4175-AE08-ADC6D7F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87ACC-95DD-4915-A416-9B196AB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9164A-96B8-43A5-AEEF-04B1100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怎么拍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A0A58-CC65-457E-994B-4CD2984A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场景、美术、影像、摄影与声光电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89C15-BA42-4D4D-9613-527691A4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A2048-0D98-4964-B102-B75B9A57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9A44C-B539-4FED-998B-B0AAA022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六条怎么分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17FA5-1078-48EA-990D-71A6C265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529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内容矩阵、每条任务与发布节奏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6132A-B598-46F8-8793-ACE610C7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9D751-ED2F-4C47-8369-4F63E9CD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572EB-CB2D-4C12-B82A-99B34026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如何落地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54281-2515-421B-9E8B-D0B9BB91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封面、排期、资源、预算和决策项</a:t>
            </a:r>
          </a:p>
        </p:txBody>
      </p:sp>
    </p:spTree>
    <p:extLst>
      <p:ext uri="{BB962C8B-B14F-4D97-AF65-F5344CB8AC3E}">
        <p14:creationId xmlns:p14="http://schemas.microsoft.com/office/powerpoint/2010/main" val="66704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E56C4-AB3E-48C1-9DF3-34DEB114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项目背景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03091-15C2-4E49-9DE2-4365E8D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802FD-61B5-4721-A244-A9C6DC6E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把需求、事实、假设分开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05049-C0D6-4548-81A5-CF99ADA4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BDC6E-A0D8-4697-BB38-F19A3706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24236-5A9F-4E6C-BE47-4D1C7D3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04C09-5333-4E64-82E8-37A93BFE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8601D-6221-42F4-88B2-12BCF6C0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A7B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4A7B69"/>
                </a:solidFill>
                <a:latin typeface="Arial Unicode MS"/>
                <a:ea typeface="Arial Unicode MS"/>
                <a:cs typeface="Arial Unicode MS"/>
              </a:rPr>
              <a:t>已确认事实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5E4EE-9D3E-41C8-A9C6-764B4604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主播：[...]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账号：[...]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直播日期：[...]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内容数量：6条故事脚本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7B3ED-3902-4E5B-AB40-5E97C6D5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B37B5-2BD0-4619-A7B5-D624E768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本次目标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9E166-283F-47D8-8B78-EE73DB1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首要目标：[...]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核心受众：[...]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希望观众完成的动作：[...]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06607-C471-4B06-9869-BB7A604D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C4DD4-13E6-4465-B413-9FD609EE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待确认事项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C5AF7-98A3-495D-B176-DA4899B1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销售机制：[...]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人物表达边界：[...]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场地 / 预算 / 拍摄日：[...]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28A43-8C52-40F2-99E3-B01F01AB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页底结论：本轮汇报能确定什么，哪些内容需要老板现场拍板。</a:t>
            </a:r>
          </a:p>
        </p:txBody>
      </p:sp>
    </p:spTree>
    <p:extLst>
      <p:ext uri="{BB962C8B-B14F-4D97-AF65-F5344CB8AC3E}">
        <p14:creationId xmlns:p14="http://schemas.microsoft.com/office/powerpoint/2010/main" val="865341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F2303-2886-4A74-9312-B7CC46C8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66EBB-D517-4E59-8386-41B5534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2570D-1B64-4C95-BAB8-868F2985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一句能统领专场与六条内容的话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A8A53-9317-4E9A-BE1C-D657415C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B4AA8-E2F9-45E8-BEEF-20A12701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21435-FBFA-495C-B468-F61E2D43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4073E-74E7-4D6A-B86F-063EF65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[核心概念主句]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53105-C96D-4048-BC05-6835C443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81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[用两到三句话说明：为什么是这个概念，它回应了什么现实矛盾，观众为什么会感到与自己有关。]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12a98bdec413c"/>
          <a:srcRect xmlns:a="http://schemas.openxmlformats.org/drawingml/2006/main" l="0" t="49" r="0" b="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1733550"/>
            <a:ext cx="4476750" cy="2533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A58F6-DBA4-4523-AF4F-FE814CC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148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创意寓意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807D5-BB40-4FD6-AF41-F9D4E9DB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768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[不是口号解释，而是这套内容最终要留下的感受与价值判断。]</a:t>
            </a:r>
          </a:p>
        </p:txBody>
      </p:sp>
    </p:spTree>
    <p:extLst>
      <p:ext uri="{BB962C8B-B14F-4D97-AF65-F5344CB8AC3E}">
        <p14:creationId xmlns:p14="http://schemas.microsoft.com/office/powerpoint/2010/main" val="1715447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B69A5-1939-4CA2-8CAC-57348B3C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整体叙事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1EF02-27C3-4688-A02C-80D0F104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F6B52-D454-4BB9-9B37-0168861E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六条内容共享一条主线，但每条承担不同任务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6CA3F-2F6E-4065-92B3-38E6EB5F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09AB4-34D1-4454-9EA4-555CE47D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B971A-00C0-4833-BB14-97D2C86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8AADD-9797-40FD-8879-82ADD9A1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A69BD-0190-4C4F-81ED-58BDD35D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2F2B3-4EC0-459F-A805-916FB0A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第一阶段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3C3A7-D6C6-4696-BF9D-36172E51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建立问题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D855F-2287-40E6-8FFF-6689683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观众为什么要停下来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D79F8-D279-4996-AA5D-275C5EDA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8CEC5-AFA3-470F-9D6A-D3002E26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8BB1F-3688-45C7-BCF3-3EB8C5E2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33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第二阶段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454EF-BCA1-4BB1-8AAA-86782A6A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52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进入人物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854D4-9ABF-48E4-953B-36641033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052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主播与观众的真实关系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62E2B-CE67-4FA5-A46A-E5458E78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95B5A-8786-4777-934F-E800973C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6C0D6-054B-4B23-B4F3-E60E4F2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第三阶段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A8607-7D78-4B97-B431-91763589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给出证据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2CA87-6CBE-405E-A7A1-0B641641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机制、行动或情绪兑现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30439-406B-41A1-A8E8-70BAEFAE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71EE1-3C00-4D62-9F99-60C5D4C4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E4B56-2593-4134-A47D-2FF3306A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第四阶段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597F6-55C4-4E58-AF1B-246FA022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完成召集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1D22E-9CE8-43F4-9016-8DAFA531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明确日期、账号与预约动作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FB7E1-DBB8-428A-AE34-D9F8368C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整体主线：[起点] - [转折] - [高潮] - [行动结果]</a:t>
            </a:r>
          </a:p>
        </p:txBody>
      </p:sp>
    </p:spTree>
    <p:extLst>
      <p:ext uri="{BB962C8B-B14F-4D97-AF65-F5344CB8AC3E}">
        <p14:creationId xmlns:p14="http://schemas.microsoft.com/office/powerpoint/2010/main" val="1974905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D7F88-2191-496B-B5C9-B8A259C9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视觉体系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1EB4E-9358-4AA9-A46E-C7834868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3FB32-3519-4DA2-87FB-4922E20B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一眼看出这是同一个专场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B29CB-9298-4944-B5DD-FAE8D33C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A42A9-0DDF-41DE-8087-8DA7EF2A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8713D-2264-4142-A0AB-FE0E6EA1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8458137d8440a"/>
          <a:srcRect xmlns:a="http://schemas.openxmlformats.org/drawingml/2006/main" l="0" t="230" r="0" b="2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52600"/>
            <a:ext cx="50673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83BCC-834E-43F4-877A-3042BB42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2600"/>
            <a:ext cx="5600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525BF-DD3F-4218-AFFD-63ABCAF2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21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整体影像氛围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AA1CB-318B-4CCF-88C4-5061DD1F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521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[色彩、质感、情绪速度、真实或仪式化程度]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8B7A8-EDF7-4D23-8DDA-141CEA4B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0400"/>
            <a:ext cx="5600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1BC20-1294-4D2B-B31D-F0BA64F2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521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摄影调性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40E91-C86A-4B9A-B739-6E92D240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52850"/>
            <a:ext cx="521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[主景别、焦段、机位、运镜、光比、画幅与安全框]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BA6D9-A32C-4604-B874-26B53BE5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257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A4DA2-82B5-4163-A5FD-B618B166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统一视觉母题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0462F-511E-4628-A9F1-FA3578F7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[反复出现的空间、道具、动作或声音]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F63DE-1BA1-41B8-AAC8-37BA7F4E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9650"/>
            <a:ext cx="5486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7C7DC-A9AD-40E9-88E6-E8D12A5F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510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避免事项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D4444-95C0-4C18-8E83-0766B15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721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[不适合的风格、套路与不可使用的表达]</a:t>
            </a:r>
          </a:p>
        </p:txBody>
      </p:sp>
    </p:spTree>
    <p:extLst>
      <p:ext uri="{BB962C8B-B14F-4D97-AF65-F5344CB8AC3E}">
        <p14:creationId xmlns:p14="http://schemas.microsoft.com/office/powerpoint/2010/main" val="535360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75B1B-43D6-4A0C-AEB0-C01D94CD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场景与美术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5D097-7C33-43F5-9C7A-D1DC92D3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4FD05-BCEE-4A77-9C22-C5ECE734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从审美参考走到能搭建、能拍摄的方案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4F252-9800-4CE1-B650-AA5F05F4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AE428-C436-46BB-B01D-647F243B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25933-206A-40D8-A706-1AB242EE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cb8ca4c1248b9"/>
          <a:srcRect xmlns:a="http://schemas.openxmlformats.org/drawingml/2006/main" l="0" t="130" r="0" b="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33550"/>
            <a:ext cx="4686300" cy="2647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AD9DF-1E46-4475-9CB1-56E56C40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33550"/>
            <a:ext cx="5981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27076-F84A-46E2-892E-A16A8E8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560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场景搭建参考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A3114-BFF9-492B-A09E-D18707FF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8600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[场地尺寸、主舞台、动线、出入口、机位与安全距离]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E08B-A2ED-464C-B030-C85EB3E0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86100"/>
            <a:ext cx="5981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F3788-28C2-4348-A535-7D1CF8DD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57550"/>
            <a:ext cx="560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美术制景参考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078CE-50FF-4163-9745-630AAE6D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3855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[材质、结构、道具、陈设、可复用模块与施工限制]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9265E-9A22-4088-A6BA-51F55318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257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70991-66B1-435C-B012-140EC610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声光电设计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97C63-CE76-4FC3-B9F0-2651CA8A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[灯位、色温、光效节奏、屏幕内容、音乐与音效触发]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FB45E-952C-4937-9129-ACE1CA02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486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CEA23-0C3A-4E33-84DC-3F69EFF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10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待现场复核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E413B-D096-404C-AD79-2A8B68BC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510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[层高、吊点、电力、消防、预算、搭建时间]</a:t>
            </a:r>
          </a:p>
        </p:txBody>
      </p:sp>
    </p:spTree>
    <p:extLst>
      <p:ext uri="{BB962C8B-B14F-4D97-AF65-F5344CB8AC3E}">
        <p14:creationId xmlns:p14="http://schemas.microsoft.com/office/powerpoint/2010/main" val="16168914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FD757E-D5B5-4DFF-901D-3C22CA4D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六条内容矩阵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6F28C-972E-4783-AE8F-EF6D785F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BB0DC-AA47-4608-B193-D8A7E6FA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每条片有不同任务，也要服务同一个专场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F05D5-354E-41C9-9902-DB54216A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CA4F5-3961-4169-B8A5-5299DF29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82344-7717-4546-B2D5-3B8D6712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F5C76-4053-48EF-B16F-3083A4A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编号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387FB-920A-4503-B384-BE1A02D7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76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片名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8EB42-4246-4796-94E7-2FDA068A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内容任务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21E0D-A679-4337-8847-D0BECE03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开场钩子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8BDB3-DD75-45D8-A0AA-C305FA09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76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发布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4A9E9-1508-4B0C-9F2A-64C736EF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9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0C4DD-E9B5-4441-95E0-990F3DD8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26EEB-6DFB-41FB-A054-B3920AF8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[标题]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81B9B-82CC-44D7-A30C-266F05D9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[悬念 / 共情 / 预约]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A43AA-3C17-436F-B922-2856E36E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[关键钩子]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1F6BF-D175-4675-9DF0-9608D2A1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[发布时间]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3C013-3E01-4AE1-AA06-E5DAE825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07A72-C690-4CFA-B53E-CBC31A08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051F0-6E4D-40A9-BE16-B3836E01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38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[标题]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9AEAA-E90C-421D-B5BC-04D5A9ED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[任务]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E444F-3A01-4D9B-BD61-4A35AEB8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[关键钩子]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7F4B1-3FFC-45ED-AD2E-7E73F5FA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[时间]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B79C1-96B3-4BD6-96EF-2CC3951B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54F92-CCF5-45BC-83BD-D26A62D0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3ACA69-2282-478F-9B04-94C7CA85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67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[标题]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0C128-6E07-47CE-91E6-E0BCB6E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[任务]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5ABB1-B2F8-40A9-BC78-536461C9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671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[关键钩子]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FC0A85-BDC2-4BDB-9532-E106634F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[时间]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F623A-85EC-4B53-89DC-31A0FF1B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9AFC77-1C88-40BB-AD34-2ECC55F9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03ABF4-96C8-4DEA-9E9A-8D1558BF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[标题]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1F55D-9643-4517-8BCB-17861E9B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[任务]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189E75-BF86-4F5D-AF8A-7E636DA3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[关键钩子]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1C025B-91C2-4DCD-8B16-ED37F1EF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[时间]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B92137-26DC-4662-99EB-54728FB5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AB63BA-514F-4C09-842A-008B358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C0C79F-ECB1-47B6-A121-1057371F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24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[标题]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825033-A21E-49D0-A517-625784B7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24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[任务]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ABF5C4-78AB-4FDE-A36A-FEED3D3E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244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[关键钩子]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C61909-5248-4E0A-A18D-72AEB917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24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[时间]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DA394D-5EA2-49DD-8D84-ED747E7D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21B43A-0E6F-4811-872C-B2789FE8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B3634C-D37C-4398-B661-CBA97E14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53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[标题]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8C1F4D-16A6-45D3-8992-9A016145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53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[任务]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D94573-8F0A-40F4-8873-C992A0F1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530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[关键钩子]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B029B0-96A5-4655-B954-5DF3985E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353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[时间]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3E0E24-A2A4-40A5-B9D6-E2233185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5497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08DEB-C49E-4389-B550-1B6A331C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脚本一至三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5A353-7367-4CC4-8B5C-D4F4355A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546F-924E-421A-86E5-0CE570EE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前三条负责建立注意力与关系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A4A97-0D43-4033-B314-CF626D94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2EA95-E1DC-40FA-B646-34C35EEE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13664-7125-4AA6-8B36-0B725771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BFDAB-41CB-4150-8297-C16997A8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A0FD8-4CDE-4473-BB6B-7A3B0DE1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01 · [片名]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A618B-D75C-4E61-AE82-ED35BB72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创意大纲：[...]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创意寓意：[...]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核心场景：[...]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一句关键台词：[...]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开场 / 中间 / 结尾 8秒：[...]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E76FC-6ADA-4ADE-89C8-8A3D200E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612FE-A258-4C0E-94B9-A9F8FD8D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02 · [片名]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A6BB6-5F6E-4039-9E50-6EA6DF3E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创意大纲：[...]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创意寓意：[...]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核心场景：[...]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一句关键台词：[...]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开场 / 中间 / 结尾 8秒：[...]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1C37C-BE45-4632-85D9-871AD4B2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B7AE9-5A63-4A58-8C82-8BEDA51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03 · [片名]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63F92-6A7C-45DD-A620-E908843D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创意大纲：[...]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创意寓意：[...]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核心场景：[...]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一句关键台词：[...]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开场 / 中间 / 结尾 8秒：[...]</a:t>
            </a:r>
          </a:p>
        </p:txBody>
      </p:sp>
    </p:spTree>
    <p:extLst>
      <p:ext uri="{BB962C8B-B14F-4D97-AF65-F5344CB8AC3E}">
        <p14:creationId xmlns:p14="http://schemas.microsoft.com/office/powerpoint/2010/main" val="6373109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A7C2B-2435-48A9-A7D8-D2B337D8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脚本四至六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2D844-8A6C-49E3-9EAA-08E054D8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47AF2-A8EA-47D3-9CF5-77731CC7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后三条负责证明、转化与收口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D2353-AD41-4A17-B638-D2568069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E19A4-2B03-4854-A574-F148615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4EECF-DC01-4194-93CE-ABCC7B2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79EC3-835F-49E4-A280-48F81EEC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B5A5A-00C9-40A3-8A27-559E6F7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04 · [片名]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E3935-4FE8-463E-BDB3-E283671C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创意大纲：[...]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创意寓意：[...]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核心场景：[...]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一句关键台词：[...]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开场 / 中间 / 结尾 8秒：[...]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5F60B-EDCF-4933-B8EA-42D5125F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3F0EB-3765-44D5-BEC6-7BB8F9E5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05 · [片名]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9F81F-174E-4886-BD43-A2354B58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创意大纲：[...]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创意寓意：[...]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核心场景：[...]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一句关键台词：[...]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开场 / 中间 / 结尾 8秒：[...]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A057A-2499-41E0-8CF2-463173E5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9B741-7D81-4FC3-8C11-A0B0F949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06 · [片名]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5F729-8009-4C96-98CA-8042F309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创意大纲：[...]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创意寓意：[...]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核心场景：[...]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一句关键台词：[...]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开场 / 中间 / 结尾 8秒：[...]</a:t>
            </a:r>
          </a:p>
        </p:txBody>
      </p:sp>
    </p:spTree>
    <p:extLst>
      <p:ext uri="{BB962C8B-B14F-4D97-AF65-F5344CB8AC3E}">
        <p14:creationId xmlns:p14="http://schemas.microsoft.com/office/powerpoint/2010/main" val="16052322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18BD1-04D2-4EA7-B09B-64C37C29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视频封面矩阵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95FA0-64E0-4AED-B7F3-C21C8C01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DBD0E-D9C3-4B05-AF4C-F7103BE2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六条片各做A/B/C三套，共18套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82AB9-FF9B-4F97-9FAF-2FFDDEEA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AE931-4BC4-49FB-A387-7A46FBBD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18ABE-4960-44C8-902D-8267DF5C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1CC07-EB30-41DA-8E08-23419725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505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7F848-C2F4-49E9-A909-927D6131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A · 情绪钩子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3F6FE-81D5-49B4-AF1D-60286C85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近距离情绪、动作瞬间或强反差。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233A5-FC59-4F13-846D-FBF7F558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3505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4C04F-0755-443C-84E7-46449069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240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B · 人物识别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61B43-AE83-4E7E-B147-BA04B44F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主播面部、标志动作和统一人物资产。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C0C93-35DF-406E-8D24-9A58FFD1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505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4560D-7AF6-4F7C-87F2-24E4BAFC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C · 信息转化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86204-4675-4397-88AD-C6FDA411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日期、利益点和行动信息层级清楚。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FC4D1-CB31-414E-82CE-F5E2058F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每条封面必须交付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7769D-4360-4A2D-B639-C379980A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实际竖版底图 + 可编辑主标题 + 辅助文案 + 构图逻辑 + 首选方案与理由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C7140-751B-40B3-83E8-6FC87DC3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封面文案由系统叠加，图片模型只生成无字底图。默认3:4，可切换9:16。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09439-097D-4541-B9C4-142052C7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0C584"/>
                </a:solidFill>
                <a:latin typeface="Arial Unicode MS"/>
                <a:ea typeface="Arial Unicode MS"/>
                <a:cs typeface="Arial Unicode MS"/>
              </a:rPr>
              <a:t>专场汇报呈现方式：先看18套矩阵，再进入每条片的A/B/C详情。</a:t>
            </a:r>
          </a:p>
        </p:txBody>
      </p:sp>
    </p:spTree>
    <p:extLst>
      <p:ext uri="{BB962C8B-B14F-4D97-AF65-F5344CB8AC3E}">
        <p14:creationId xmlns:p14="http://schemas.microsoft.com/office/powerpoint/2010/main" val="1928096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36981-F086-4A82-918B-ECC0B71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拍摄落地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6EBBE-193C-4B44-AE85-26E41AB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F64FB-2881-4988-BAE0-A2B0CB95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汇报必须回答谁来做、何时做、哪里可能失败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94827-B4B0-4164-BAE7-E9EC272D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FBE0D-37CB-4298-9E2C-58CCA38E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6051F-A4B8-41F5-90EA-044754C3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BD2CF-6501-49FE-9D0C-C174AF22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DCDE2-D766-4F91-809B-AEF83A2C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制作资源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D34F2-FF4D-4BD6-94DD-DDF2ADAC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导演 / 摄影 / 美术 / 灯光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演员 / 场地 / 设备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预算区间与复用资产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8FDA7-6653-4A86-BC8D-B90D2F20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32FBA-B424-4B6C-B03A-0A8A36AC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A7B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4A7B69"/>
                </a:solidFill>
                <a:latin typeface="Arial Unicode MS"/>
                <a:ea typeface="Arial Unicode MS"/>
                <a:cs typeface="Arial Unicode MS"/>
              </a:rPr>
              <a:t>关键排期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339D8-0865-4A3E-A8B7-94C5046D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方向确认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脚本锁定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勘景与试装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拍摄 / 后期 / 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8A63D-16C5-48FE-9A2C-1939919D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0"/>
          </a:solidFill>
          <a:ln xmlns:a="http://schemas.openxmlformats.org/drawingml/2006/main" w="9525">
            <a:solidFill>
              <a:srgbClr val="4B41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AA2A2-B75C-41E5-8AB1-465C65C4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312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B2929"/>
                </a:solidFill>
                <a:latin typeface="Arial Unicode MS"/>
                <a:ea typeface="Arial Unicode MS"/>
                <a:cs typeface="Arial Unicode MS"/>
              </a:rPr>
              <a:t>主要风险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DC996-3BBF-42A7-8681-ACD486F3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3124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事实与承诺未确认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场地尺寸不清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演员档期冲突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AI参考与实拍脱节</a:t>
            </a:r>
          </a:p>
        </p:txBody>
      </p:sp>
    </p:spTree>
    <p:extLst>
      <p:ext uri="{BB962C8B-B14F-4D97-AF65-F5344CB8AC3E}">
        <p14:creationId xmlns:p14="http://schemas.microsoft.com/office/powerpoint/2010/main" val="3805198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BCBB7D-5EA2-4E29-A1A1-B8FA2A4D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决策清单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C38A2-60EE-4C17-A816-53D4683B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DC985-543D-4642-9E7E-7F24C429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汇报结束时，只留下需要拍板的事项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805E6-0251-406A-9495-9F5E23B7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26FD2-BE84-401B-9625-487F1D50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LANCE CONTENT STUDIO · 可编辑汇报模板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5ADDB-FE5C-48BB-8491-5D002710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3F883-ECA8-4D71-B5CE-799B6657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B0383-AB2A-4790-96B0-BE184222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核心概念是否通过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3032C-1502-43C4-A77F-95D7B187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[结论 / 负责人 / 截止时间]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30925-967C-4598-9E55-0DEF4616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980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FBF87-06DA-4721-A429-41CD770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F5387-2C8F-4521-B649-5C2163A7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六条内容的任务分工是否通过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1B991-02CE-4E9A-841D-D154412B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[结论 / 负责人 / 截止时间]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DA0F1-CD7F-4AC9-9E6A-5C3FFF47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908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C8611-B9E5-4869-82E2-01E4E0BE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47F72-AB5B-4661-921A-E7751776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人物表达与商业承诺边界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942B4-0026-4D17-AB61-AED9F800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[结论 / 负责人 / 截止时间]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542E2-CA8F-4FFF-98C8-A86D533C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F9924-7302-4D29-9280-5E53BF4A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24133-D382-4A16-A2AA-4C45B31A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场景、制作规模与预算区间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5EE82-B08A-4B39-A825-0CDE1C67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[结论 / 负责人 / 截止时间]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E1D65A-D5DD-4CEF-A0DB-C75D80F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529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073D2-AB7B-4623-B360-E22EF7A6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C66CB-8C63-4790-AD83-36157B9B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拍摄日、发布节奏与负责人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FB4CB-8E75-4787-99E1-1C4F565C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[结论 / 负责人 / 截止时间]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06712-CA05-44FF-BE20-87361809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1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25861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55D27-7303-45F4-BD42-DDBDB29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C4A96B"/>
                </a:solidFill>
                <a:latin typeface="Arial Unicode MS"/>
                <a:ea typeface="Arial Unicode MS"/>
                <a:cs typeface="Arial Unicode MS"/>
              </a:rPr>
              <a:t>CHAPTER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A5BFA-FA27-4406-A92D-73AA2A7F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7F2E9"/>
                </a:solidFill>
                <a:latin typeface="Arial Unicode MS"/>
                <a:ea typeface="Arial Unicode MS"/>
                <a:cs typeface="Arial Unicode MS"/>
              </a:rPr>
              <a:t>进入单条剧本汇报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122D1-7D09-471C-988E-D6634054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A9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400F6-E472-4895-80D4-1861F6AD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B9AEA0"/>
                </a:solidFill>
                <a:latin typeface="Arial Unicode MS"/>
                <a:ea typeface="Arial Unicode MS"/>
                <a:cs typeface="Arial Unicode MS"/>
              </a:rPr>
              <a:t>整体方向通过后，每条片再交付三套封面、3至5张视觉参考和三段8秒AI视频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A832D-08DC-410A-83E7-30E58897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4B41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4B4136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03512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2026-09-15T19:59:56.3710000Z</dcterms:created>
  <dcterms:modified xsi:type="dcterms:W3CDTF">2026-09-15T19:59:56.3710000Z</dcterms:modified>
</coreProperties>
</file>